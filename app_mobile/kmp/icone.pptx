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7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4EC8BC-88EA-DBEE-7631-1C8F5CE8C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6B1DA01-689F-384A-ED47-9F3835535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03B4F4A-68AF-FD51-D0E4-835F52BF6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96F1-3235-4054-8589-A80260A25047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6962650-EDFB-9774-E5BE-591EF36D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1A20705-A403-70B0-0938-F7551540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FF8C8-5602-4206-AEE0-E40EFEA005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285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30442E-EFA5-A3D0-F2E0-60A3DCD44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BF1ADF-1901-DF57-F205-1A38B12C7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E338C9-9461-9525-4610-075482B88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96F1-3235-4054-8589-A80260A25047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3120D9-5A3F-2FEE-8EBC-9D58EA4E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50E6329-0740-B97C-B5E7-D65252D1E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FF8C8-5602-4206-AEE0-E40EFEA005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03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8D5C5-103B-8E74-EB59-156064873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DBDBDE-45B5-545C-3268-F400A9C1C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E75C02-D15C-E4E9-5923-5FC18E97A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96F1-3235-4054-8589-A80260A25047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C928FF-2481-22A7-CC9E-9554720BC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CFBD915-4915-87BF-7C93-46B1BF24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FF8C8-5602-4206-AEE0-E40EFEA005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320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AD3341-6C29-BAD1-EE2A-E72DD340C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4CC024-0DED-072D-5760-63421C1DB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300B3DE-AD3E-55E5-DFCE-E6409C05B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0EA8CE7-D8BE-D103-1A1F-36DFB2A4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96F1-3235-4054-8589-A80260A25047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FB1B811-C2DE-28BC-8EF6-7439C6BE6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3721073-498A-66D5-DF20-9018E0D6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FF8C8-5602-4206-AEE0-E40EFEA005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432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EA8893-5D63-D7B3-A696-927CC19EB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44D4F38-C737-BE3B-8824-298947863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8DB2932-1F4E-20A3-EFBD-C37A9B32E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F752E2C-BA43-F57C-576B-200E03316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BE22846-4E32-55A8-A809-06BD315D3D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B8712E1-13E5-930B-A9D2-702438F00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96F1-3235-4054-8589-A80260A25047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CFE5FE4-0E5B-6C40-2EE1-79FE76D5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F1DEB6C-E1C9-D6C3-2482-D41EE278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FF8C8-5602-4206-AEE0-E40EFEA005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7029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794E60-0245-95FB-A2CB-60B0D5A63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F2D0302-9B26-7129-BC5D-26FF59494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96F1-3235-4054-8589-A80260A25047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9BBF59-B24F-69E3-3CC5-B78E66DDC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B2CF3AD-16C8-0F1C-FC37-78E9FABEB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FF8C8-5602-4206-AEE0-E40EFEA005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794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2E71CE3-DF44-25BA-E7EF-D18DEDC1B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96F1-3235-4054-8589-A80260A25047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D125DD5-485D-9EF7-5D5A-0336118FE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4B65C4-56CC-BE17-84D3-F9985E19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FF8C8-5602-4206-AEE0-E40EFEA005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2387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B87DCA-54CC-CDD5-DB7A-2BCB91D38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0DE76A-55B6-9783-A397-C2C0691C5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0E2756D-2259-B5FF-8718-2B85EFE1A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9E0D082-032E-A42A-8177-EBE47AF88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96F1-3235-4054-8589-A80260A25047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338BFC6-9D29-CBAA-0F8B-3BF3F640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AE14F2F-5306-2D20-EBF9-53CDC153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FF8C8-5602-4206-AEE0-E40EFEA005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3911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8877A4-D261-C8A2-CEE1-B567C9747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321CAC2-189B-4AD2-1312-0F474C7DC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B4EA7E1-EBDA-A129-72E7-63E2B1C94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DEF3B09-1D24-76AD-41D5-6B1FE5F3F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96F1-3235-4054-8589-A80260A25047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846EBB0-0061-0FC1-F465-A8EDE8C3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1EDF091-31FE-2079-3CD3-ADB4F752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FF8C8-5602-4206-AEE0-E40EFEA005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3727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226B94-B96D-3703-3100-06032B58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B55B678-C7B5-FED8-E468-3FB1C1256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6A1552-7BA7-BF1D-BA05-6B6A88270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96F1-3235-4054-8589-A80260A25047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06C33F-2219-EE84-ED23-3DAF26F8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0167FF-43EC-3AB3-340C-670568D02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FF8C8-5602-4206-AEE0-E40EFEA005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139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44327DD-B45F-B0A0-5C10-F3B9684E9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AE31131-9E9F-07D7-E9FE-DCD7E382B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0FA997-78C6-7750-0417-6E5EA114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96F1-3235-4054-8589-A80260A25047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6F46BB-AC49-9446-4B75-D9E8C7219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220E26-1C5E-9A98-AA08-CFF23BC3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FF8C8-5602-4206-AEE0-E40EFEA005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4880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4D41CC3-695F-8723-1AEB-47DBCFEC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91BEC9-E094-24D8-4DCF-2E975B128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B0B4E5-2446-412F-6DEC-4D7C0FCA1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B96F1-3235-4054-8589-A80260A25047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718B108-3398-E5CC-8E7D-6026B7DC5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0DBCD7-BFB8-86DA-B58B-8D3119988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FF8C8-5602-4206-AEE0-E40EFEA005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7714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Clipart dell ambulanza immagini - Download gratuito su Magnific  (precedentemente Freepik)">
            <a:extLst>
              <a:ext uri="{FF2B5EF4-FFF2-40B4-BE49-F238E27FC236}">
                <a16:creationId xmlns:a16="http://schemas.microsoft.com/office/drawing/2014/main" id="{593EFDFF-5EDA-47E6-01B5-346960491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95743"/>
            <a:ext cx="1886393" cy="188639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1DEFCDA-82B4-CAD6-4FB1-462AF79A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305" y="649149"/>
            <a:ext cx="989571" cy="944591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3F1EFF2-BEE0-8B15-B7FE-93757FD5D3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293" y="1006319"/>
            <a:ext cx="1381267" cy="137411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1C69A6AB-05C5-604A-2084-CB98306CF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443" y="2624243"/>
            <a:ext cx="936714" cy="1500331"/>
          </a:xfrm>
          <a:prstGeom prst="rect">
            <a:avLst/>
          </a:prstGeom>
        </p:spPr>
      </p:pic>
      <p:grpSp>
        <p:nvGrpSpPr>
          <p:cNvPr id="23" name="Gruppo 22">
            <a:extLst>
              <a:ext uri="{FF2B5EF4-FFF2-40B4-BE49-F238E27FC236}">
                <a16:creationId xmlns:a16="http://schemas.microsoft.com/office/drawing/2014/main" id="{CD9F4A36-CE04-97BB-D122-383EBA4814A1}"/>
              </a:ext>
            </a:extLst>
          </p:cNvPr>
          <p:cNvGrpSpPr/>
          <p:nvPr/>
        </p:nvGrpSpPr>
        <p:grpSpPr>
          <a:xfrm>
            <a:off x="9801861" y="3175029"/>
            <a:ext cx="1228730" cy="865270"/>
            <a:chOff x="8476472" y="2822905"/>
            <a:chExt cx="1228730" cy="865270"/>
          </a:xfrm>
        </p:grpSpPr>
        <p:pic>
          <p:nvPicPr>
            <p:cNvPr id="20" name="Immagine 19">
              <a:extLst>
                <a:ext uri="{FF2B5EF4-FFF2-40B4-BE49-F238E27FC236}">
                  <a16:creationId xmlns:a16="http://schemas.microsoft.com/office/drawing/2014/main" id="{0F608746-768A-4686-17E0-76219BE01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76472" y="2822905"/>
              <a:ext cx="1214553" cy="865270"/>
            </a:xfrm>
            <a:prstGeom prst="rect">
              <a:avLst/>
            </a:prstGeom>
          </p:spPr>
        </p:pic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89DAB18B-C4C7-760D-63DC-8DE2AE75A864}"/>
                </a:ext>
              </a:extLst>
            </p:cNvPr>
            <p:cNvSpPr/>
            <p:nvPr/>
          </p:nvSpPr>
          <p:spPr>
            <a:xfrm>
              <a:off x="8476472" y="2822905"/>
              <a:ext cx="231593" cy="2233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Rettangolo con angoli arrotondati 21">
              <a:extLst>
                <a:ext uri="{FF2B5EF4-FFF2-40B4-BE49-F238E27FC236}">
                  <a16:creationId xmlns:a16="http://schemas.microsoft.com/office/drawing/2014/main" id="{6B752943-F550-946D-7F2D-95C471EE7DD4}"/>
                </a:ext>
              </a:extLst>
            </p:cNvPr>
            <p:cNvSpPr/>
            <p:nvPr/>
          </p:nvSpPr>
          <p:spPr>
            <a:xfrm>
              <a:off x="9590567" y="2934586"/>
              <a:ext cx="114635" cy="11168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2B3B750-7F43-B5A0-E596-493379212595}"/>
              </a:ext>
            </a:extLst>
          </p:cNvPr>
          <p:cNvSpPr txBox="1"/>
          <p:nvPr/>
        </p:nvSpPr>
        <p:spPr>
          <a:xfrm>
            <a:off x="1127054" y="2309502"/>
            <a:ext cx="1229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Ambulanza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EE174D3B-B3F0-D713-F3FF-35A2963F12D6}"/>
              </a:ext>
            </a:extLst>
          </p:cNvPr>
          <p:cNvSpPr txBox="1"/>
          <p:nvPr/>
        </p:nvSpPr>
        <p:spPr>
          <a:xfrm>
            <a:off x="4761900" y="1613179"/>
            <a:ext cx="1640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Squadre a piedi</a:t>
            </a: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C019F293-1CFC-846D-3373-25D136FC7F45}"/>
              </a:ext>
            </a:extLst>
          </p:cNvPr>
          <p:cNvGrpSpPr/>
          <p:nvPr/>
        </p:nvGrpSpPr>
        <p:grpSpPr>
          <a:xfrm>
            <a:off x="1577357" y="3341301"/>
            <a:ext cx="1120958" cy="1559309"/>
            <a:chOff x="3344824" y="3683521"/>
            <a:chExt cx="1120958" cy="1559309"/>
          </a:xfrm>
        </p:grpSpPr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E14E071A-DAE3-152C-30BF-F022FD337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44824" y="3683521"/>
              <a:ext cx="1120958" cy="635984"/>
            </a:xfrm>
            <a:prstGeom prst="rect">
              <a:avLst/>
            </a:prstGeom>
          </p:spPr>
        </p:pic>
        <p:pic>
          <p:nvPicPr>
            <p:cNvPr id="15" name="Immagine 14">
              <a:extLst>
                <a:ext uri="{FF2B5EF4-FFF2-40B4-BE49-F238E27FC236}">
                  <a16:creationId xmlns:a16="http://schemas.microsoft.com/office/drawing/2014/main" id="{910675A7-A72B-DDE2-A8E1-8ABAEFFF6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0518" y="4298239"/>
              <a:ext cx="989571" cy="944591"/>
            </a:xfrm>
            <a:prstGeom prst="rect">
              <a:avLst/>
            </a:prstGeom>
          </p:spPr>
        </p:pic>
      </p:grp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D1E5253-91CF-002D-D8AE-95A5B93CA93E}"/>
              </a:ext>
            </a:extLst>
          </p:cNvPr>
          <p:cNvSpPr txBox="1"/>
          <p:nvPr/>
        </p:nvSpPr>
        <p:spPr>
          <a:xfrm>
            <a:off x="1127051" y="5001105"/>
            <a:ext cx="1781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Coordinatore CRI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DD01C79-B063-5672-927D-8BDA37A9B01D}"/>
              </a:ext>
            </a:extLst>
          </p:cNvPr>
          <p:cNvSpPr txBox="1"/>
          <p:nvPr/>
        </p:nvSpPr>
        <p:spPr>
          <a:xfrm>
            <a:off x="4761902" y="4243648"/>
            <a:ext cx="159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Vigili del Fuoco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DEA62BD-9F96-5892-0085-87E60B6BCADB}"/>
              </a:ext>
            </a:extLst>
          </p:cNvPr>
          <p:cNvSpPr txBox="1"/>
          <p:nvPr/>
        </p:nvSpPr>
        <p:spPr>
          <a:xfrm>
            <a:off x="9532484" y="4124574"/>
            <a:ext cx="1738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Forze dell’ordine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D73EEB42-B4B8-ADE2-0CEC-58E9B3EF25C4}"/>
              </a:ext>
            </a:extLst>
          </p:cNvPr>
          <p:cNvSpPr txBox="1"/>
          <p:nvPr/>
        </p:nvSpPr>
        <p:spPr>
          <a:xfrm>
            <a:off x="8651403" y="2883171"/>
            <a:ext cx="72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/>
              <a:t>T.O.C.</a:t>
            </a:r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553A1F7B-3FA0-3BD5-D8FA-5CE03D9936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3617" y="4817474"/>
            <a:ext cx="1222321" cy="1016259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15C610A-9A45-AF49-5CB5-AA3FEACA1D3A}"/>
              </a:ext>
            </a:extLst>
          </p:cNvPr>
          <p:cNvSpPr txBox="1"/>
          <p:nvPr/>
        </p:nvSpPr>
        <p:spPr>
          <a:xfrm>
            <a:off x="7769943" y="5851681"/>
            <a:ext cx="889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Medico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7752FB1-1FA0-8283-BD79-E218932E88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4622" y="5140372"/>
            <a:ext cx="1317278" cy="108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175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Ronco</dc:creator>
  <cp:lastModifiedBy>Roberto Ronco</cp:lastModifiedBy>
  <cp:revision>5</cp:revision>
  <dcterms:created xsi:type="dcterms:W3CDTF">2026-06-19T14:07:11Z</dcterms:created>
  <dcterms:modified xsi:type="dcterms:W3CDTF">2026-06-22T23:47:20Z</dcterms:modified>
</cp:coreProperties>
</file>